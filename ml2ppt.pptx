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AF0F05-DA5A-481E-8F92-A98BBFAB1265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44268-68E9-4734-924D-11A685A35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728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HUMAN ACTIVITY
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8036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2BEFF"/>
                </a:solidFill>
                <a:latin typeface="Aptos"/>
              </a:rPr>
              <a:t>Deep Learning-Based Video Classification Using 3D ResNet-18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ML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2BEFF"/>
                </a:solidFill>
                <a:latin typeface="Aptos"/>
              </a:rPr>
              <a:t>UCF101 Dataset  •  PyTorch  •  OpenCV  • 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D37"/>
                </a:solidFill>
                <a:latin typeface="Aptos"/>
              </a:rP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73"/>
                </a:solidFill>
                <a:latin typeface="Aptos"/>
              </a:rPr>
              <a:t>Why is this project needed?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474720" cy="35661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81051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12848"/>
            <a:ext cx="307238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Understanding human actions from video manually can be time-consuming and difficult when large numbers of videos need to be analyzed.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35661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81051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212848"/>
            <a:ext cx="307238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We developed a deep learning system that analyzes a video and automatically predicts the human activity taking place in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74720" cy="35661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7888" y="181051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Project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212848"/>
            <a:ext cx="307238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To classify video-based human activities using spatial information from frames and temporal information from movement over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73"/>
                </a:solidFill>
                <a:latin typeface="Aptos"/>
              </a:rPr>
              <a:t>Human Activity Recognition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D37"/>
                </a:solidFill>
                <a:latin typeface="Aptos"/>
              </a:rPr>
              <a:t>2.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832"/>
                </a:solidFill>
                <a:latin typeface="Aptos"/>
              </a:defRPr>
            </a:pPr>
            <a:r>
              <a:t>• Build a deep learning model for Human Activity Recognition.</a:t>
            </a:r>
          </a:p>
          <a:p>
            <a:pPr>
              <a:spcAft>
                <a:spcPts val="1000"/>
              </a:spcAft>
              <a:defRPr sz="2200">
                <a:solidFill>
                  <a:srgbClr val="282832"/>
                </a:solidFill>
                <a:latin typeface="Aptos"/>
              </a:defRPr>
            </a:pPr>
            <a:r>
              <a:t>• Process video data instead of traditional tabular data.</a:t>
            </a:r>
          </a:p>
          <a:p>
            <a:pPr>
              <a:spcAft>
                <a:spcPts val="1000"/>
              </a:spcAft>
              <a:defRPr sz="2200">
                <a:solidFill>
                  <a:srgbClr val="282832"/>
                </a:solidFill>
                <a:latin typeface="Aptos"/>
              </a:defRPr>
            </a:pPr>
            <a:r>
              <a:t>• Learn both visual appearance and movement patterns.</a:t>
            </a:r>
          </a:p>
          <a:p>
            <a:pPr>
              <a:spcAft>
                <a:spcPts val="1000"/>
              </a:spcAft>
              <a:defRPr sz="2200">
                <a:solidFill>
                  <a:srgbClr val="282832"/>
                </a:solidFill>
                <a:latin typeface="Aptos"/>
              </a:defRPr>
            </a:pPr>
            <a:r>
              <a:t>• Classify videos into 5 selected activity classes.</a:t>
            </a:r>
          </a:p>
          <a:p>
            <a:pPr>
              <a:spcAft>
                <a:spcPts val="1000"/>
              </a:spcAft>
              <a:defRPr sz="2200">
                <a:solidFill>
                  <a:srgbClr val="282832"/>
                </a:solidFill>
                <a:latin typeface="Aptos"/>
              </a:defRPr>
            </a:pPr>
            <a:r>
              <a:t>• Deploy the trained model through a Flask backend and web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73"/>
                </a:solidFill>
                <a:latin typeface="Aptos"/>
              </a:rPr>
              <a:t>Human Activity Recognition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D37"/>
                </a:solidFill>
                <a:latin typeface="Aptos"/>
              </a:rPr>
              <a:t>3.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73"/>
                </a:solidFill>
                <a:latin typeface="Aptos"/>
              </a:rPr>
              <a:t>UCF101 Human Action Recognition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291840" cy="347472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764792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288950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UCF101 is a standard video dataset containing videos of different human activities.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3291840" cy="347472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7" y="1764792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Selected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167128"/>
            <a:ext cx="288950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5 activity classes were selected.
100 videos per class
Total: approximately 500 videos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00200"/>
            <a:ext cx="3291840" cy="347472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8" y="1764792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Dataset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167128"/>
            <a:ext cx="288950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80% Training
10% Validation
10% Testing
Stratified splitting was used to preserve class distribution.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73"/>
                </a:solidFill>
                <a:latin typeface="Aptos"/>
              </a:rPr>
              <a:t>Human Activity Recognition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D37"/>
                </a:solidFill>
                <a:latin typeface="Aptos"/>
              </a:rPr>
              <a:t>4. What Are the Features?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73"/>
                </a:solidFill>
                <a:latin typeface="Aptos"/>
              </a:rPr>
              <a:t>The model learns features automatically from video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82832"/>
                </a:solidFill>
                <a:latin typeface="Aptos"/>
              </a:rPr>
              <a:t>Unlike traditional tabular ML, we do not manually define features such as age or salary.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3291840" cy="26517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542032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Spatial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44368"/>
            <a:ext cx="288950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Information inside a frame:
• Objects
• Body posture
• Shape
• Color
• Visual appearance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77440"/>
            <a:ext cx="3291840" cy="26517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2542032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Temporal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944368"/>
            <a:ext cx="288950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Information across frames:
• Movement
• Direction
• Speed pattern
• Change in body 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377440"/>
            <a:ext cx="3291840" cy="26517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2542032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Learned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944368"/>
            <a:ext cx="288950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The 3D ResNet-18 model automatically learns useful visual and movement patterns during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73"/>
                </a:solidFill>
                <a:latin typeface="Aptos"/>
              </a:rPr>
              <a:t>Human Activity Recognition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D37"/>
                </a:solidFill>
                <a:latin typeface="Aptos"/>
              </a:rPr>
              <a:t>5. Video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73"/>
                </a:solidFill>
                <a:latin typeface="Aptos"/>
              </a:rPr>
              <a:t>Converting a raw video into model-ready 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1554480" cy="201168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487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C43AA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D37"/>
                </a:solidFill>
                <a:latin typeface="Aptos"/>
              </a:rPr>
              <a:t>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82832"/>
                </a:solidFill>
                <a:latin typeface="Aptos"/>
              </a:rPr>
              <a:t>Raw video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286000"/>
            <a:ext cx="1554480" cy="201168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600" y="2487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C43AA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926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D37"/>
                </a:solidFill>
                <a:latin typeface="Aptos"/>
              </a:rPr>
              <a:t>16 Frames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42900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82832"/>
                </a:solidFill>
                <a:latin typeface="Aptos"/>
              </a:rPr>
              <a:t>Representative frames sampled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286000"/>
            <a:ext cx="1554480" cy="201168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2487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C43AA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926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D37"/>
                </a:solidFill>
                <a:latin typeface="Aptos"/>
              </a:rPr>
              <a:t>RGB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42900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82832"/>
                </a:solidFill>
                <a:latin typeface="Aptos"/>
              </a:rPr>
              <a:t>BGR converted to RGB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286000"/>
            <a:ext cx="1554480" cy="201168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2487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C43AA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26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D37"/>
                </a:solidFill>
                <a:latin typeface="Aptos"/>
              </a:rPr>
              <a:t>Resize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2900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82832"/>
                </a:solidFill>
                <a:latin typeface="Aptos"/>
              </a:rPr>
              <a:t>112 × 112 pixels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2286000"/>
            <a:ext cx="1554480" cy="201168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20" y="2487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C43AA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926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D37"/>
                </a:solidFill>
                <a:latin typeface="Aptos"/>
              </a:rPr>
              <a:t>Normalize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42900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82832"/>
                </a:solidFill>
                <a:latin typeface="Aptos"/>
              </a:rPr>
              <a:t>Standardized pixel values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2286000"/>
            <a:ext cx="1554480" cy="201168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95560" y="2487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C43AA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2926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D37"/>
                </a:solidFill>
                <a:latin typeface="Aptos"/>
              </a:rPr>
              <a:t>Tensor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342900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82832"/>
                </a:solidFill>
                <a:latin typeface="Aptos"/>
              </a:rPr>
              <a:t>Ready for deep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292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5C43AA"/>
                </a:solidFill>
                <a:latin typeface="Aptos"/>
              </a:rPr>
              <a:t>Final input shape: [3, 16, 112, 112]  →  RGB Channels × Frames × Height × Width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73"/>
                </a:solidFill>
                <a:latin typeface="Aptos"/>
              </a:rPr>
              <a:t>Human Activity Recognition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D37"/>
                </a:solidFill>
                <a:latin typeface="Aptos"/>
              </a:rPr>
              <a:t>6. Deep Learning Model: 3D ResNet-18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73"/>
                </a:solidFill>
                <a:latin typeface="Aptos"/>
              </a:rPr>
              <a:t>The core of the Human Activity Recognition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83280" cy="35661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76479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Why 3D CNN?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298094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A video contains both:
Spatial information → what is visible
Temporal information → how it changes over time
3D convolution learns both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383280" cy="35661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76479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Why ResNet?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167128"/>
            <a:ext cx="298094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ResNet uses residual/skip connections. These help deep networks learn effectively and reduce vanishing gradient problems.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00200"/>
            <a:ext cx="3383280" cy="35661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7888" y="176479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Final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167128"/>
            <a:ext cx="298094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The final fully connected layer was changed to produce 5 output classes for the selected human activities.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73"/>
                </a:solidFill>
                <a:latin typeface="Aptos"/>
              </a:rPr>
              <a:t>Human Activity Recognition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D37"/>
                </a:solidFill>
                <a:latin typeface="Aptos"/>
              </a:rPr>
              <a:t>7. Model Training Configuration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554480"/>
            <a:ext cx="3200400" cy="438912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53312" y="163677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3AA"/>
                </a:solidFill>
                <a:latin typeface="Aptos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54480"/>
            <a:ext cx="6126480" cy="438912"/>
          </a:xfrm>
          <a:prstGeom prst="roundRect">
            <a:avLst/>
          </a:prstGeom>
          <a:solidFill>
            <a:srgbClr val="F8F7FC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0" y="1636776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82832"/>
                </a:solidFill>
                <a:latin typeface="Aptos"/>
              </a:rPr>
              <a:t>3D ResNet-18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121408"/>
            <a:ext cx="3200400" cy="438912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53312" y="2203703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3AA"/>
                </a:solidFill>
                <a:latin typeface="Aptos"/>
              </a:rPr>
              <a:t>Loss Function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21408"/>
            <a:ext cx="6126480" cy="438912"/>
          </a:xfrm>
          <a:prstGeom prst="roundRect">
            <a:avLst/>
          </a:prstGeom>
          <a:solidFill>
            <a:srgbClr val="F8F7FC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203703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82832"/>
                </a:solidFill>
                <a:latin typeface="Aptos"/>
              </a:rPr>
              <a:t>Cross Entropy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2688336"/>
            <a:ext cx="3200400" cy="438912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53312" y="2770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3AA"/>
                </a:solidFill>
                <a:latin typeface="Aptos"/>
              </a:rPr>
              <a:t>Optimizer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688336"/>
            <a:ext cx="6126480" cy="438912"/>
          </a:xfrm>
          <a:prstGeom prst="roundRect">
            <a:avLst/>
          </a:prstGeom>
          <a:solidFill>
            <a:srgbClr val="F8F7FC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277063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82832"/>
                </a:solidFill>
                <a:latin typeface="Aptos"/>
              </a:rPr>
              <a:t>AdamW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255263"/>
            <a:ext cx="3200400" cy="438912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53312" y="3337559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3AA"/>
                </a:solidFill>
                <a:latin typeface="Aptos"/>
              </a:rPr>
              <a:t>Learning 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255263"/>
            <a:ext cx="6126480" cy="438912"/>
          </a:xfrm>
          <a:prstGeom prst="roundRect">
            <a:avLst/>
          </a:prstGeom>
          <a:solidFill>
            <a:srgbClr val="F8F7FC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0" y="3337559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82832"/>
                </a:solidFill>
                <a:latin typeface="Aptos"/>
              </a:rPr>
              <a:t>0.0001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3822191"/>
            <a:ext cx="3200400" cy="438912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53312" y="3904487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3AA"/>
                </a:solidFill>
                <a:latin typeface="Aptos"/>
              </a:rPr>
              <a:t>Batch Size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822191"/>
            <a:ext cx="6126480" cy="438912"/>
          </a:xfrm>
          <a:prstGeom prst="roundRect">
            <a:avLst/>
          </a:prstGeom>
          <a:solidFill>
            <a:srgbClr val="F8F7FC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3904487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82832"/>
                </a:solidFill>
                <a:latin typeface="Aptos"/>
              </a:rP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4389120"/>
            <a:ext cx="3200400" cy="438912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53312" y="447141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3AA"/>
                </a:solidFill>
                <a:latin typeface="Aptos"/>
              </a:rPr>
              <a:t>Epochs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389120"/>
            <a:ext cx="6126480" cy="438912"/>
          </a:xfrm>
          <a:prstGeom prst="roundRect">
            <a:avLst/>
          </a:prstGeom>
          <a:solidFill>
            <a:srgbClr val="F8F7FC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0" y="4471416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82832"/>
                </a:solidFill>
                <a:latin typeface="Aptos"/>
              </a:rPr>
              <a:t>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8720" y="4956048"/>
            <a:ext cx="3200400" cy="438912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53312" y="503834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3AA"/>
                </a:solidFill>
                <a:latin typeface="Aptos"/>
              </a:rPr>
              <a:t>Scheduler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4956048"/>
            <a:ext cx="6126480" cy="438912"/>
          </a:xfrm>
          <a:prstGeom prst="roundRect">
            <a:avLst/>
          </a:prstGeom>
          <a:solidFill>
            <a:srgbClr val="F8F7FC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0" y="5038344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82832"/>
                </a:solidFill>
                <a:latin typeface="Aptos"/>
              </a:rPr>
              <a:t>ReduceLROnPlateau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73"/>
                </a:solidFill>
                <a:latin typeface="Aptos"/>
              </a:rPr>
              <a:t>Human Activity Recognition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D37"/>
                </a:solidFill>
                <a:latin typeface="Aptos"/>
              </a:rPr>
              <a:t>8. Training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73"/>
                </a:solidFill>
                <a:latin typeface="Aptos"/>
              </a:rPr>
              <a:t>How does the model learn?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40280"/>
            <a:ext cx="1508760" cy="155448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54203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C43AA"/>
                </a:solidFill>
                <a:latin typeface="Aptos"/>
              </a:rPr>
              <a:t>Input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2724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82832"/>
                </a:solidFill>
                <a:latin typeface="Aptos"/>
              </a:rPr>
              <a:t>16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743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C43AA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2240280"/>
            <a:ext cx="1508760" cy="155448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40" y="254203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C43AA"/>
                </a:solidFill>
                <a:latin typeface="Aptos"/>
              </a:rPr>
              <a:t>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12724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82832"/>
                </a:solidFill>
                <a:latin typeface="Aptos"/>
              </a:rPr>
              <a:t>Resize + Normalize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743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C43AA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240280"/>
            <a:ext cx="1508760" cy="155448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254203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C43AA"/>
                </a:solidFill>
                <a:latin typeface="Aptos"/>
              </a:rPr>
              <a:t>3D ResNet-18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12724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82832"/>
                </a:solidFill>
                <a:latin typeface="Aptos"/>
              </a:rPr>
              <a:t>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743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C43AA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240280"/>
            <a:ext cx="1508760" cy="155448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54203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C43AA"/>
                </a:solidFill>
                <a:latin typeface="Aptos"/>
              </a:rPr>
              <a:t>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12724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82832"/>
                </a:solidFill>
                <a:latin typeface="Aptos"/>
              </a:rPr>
              <a:t>Compare with true 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743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C43AA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2240280"/>
            <a:ext cx="1508760" cy="155448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60" y="254203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C43AA"/>
                </a:solidFill>
                <a:latin typeface="Aptos"/>
              </a:rPr>
              <a:t>Backpropagation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12724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82832"/>
                </a:solidFill>
                <a:latin typeface="Aptos"/>
              </a:rPr>
              <a:t>Calculate gradients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743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C43AA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95560" y="2240280"/>
            <a:ext cx="1508760" cy="155448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87000" y="254203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C43AA"/>
                </a:solidFill>
                <a:latin typeface="Aptos"/>
              </a:rPr>
              <a:t>AdamW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312724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82832"/>
                </a:solidFill>
                <a:latin typeface="Aptos"/>
              </a:rPr>
              <a:t>Update weights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41D37"/>
                </a:solidFill>
                <a:latin typeface="Aptos"/>
              </a:rPr>
              <a:t>This process is repeated across the training dataset for 10 epochs.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73"/>
                </a:solidFill>
                <a:latin typeface="Aptos"/>
              </a:rPr>
              <a:t>Human Activity Recognition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D37"/>
                </a:solidFill>
                <a:latin typeface="Aptos"/>
              </a:rPr>
              <a:t>9. Evaluation of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73"/>
                </a:solidFill>
                <a:latin typeface="Aptos"/>
              </a:rPr>
              <a:t>How do we measure performance?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35661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719072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21408"/>
            <a:ext cx="215798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Percentage of correctly classified videos.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554480"/>
            <a:ext cx="2560320" cy="35661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21608" y="1719072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1608" y="2121408"/>
            <a:ext cx="215798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How many predicted samples of a class were actually correct?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2560320" cy="35661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719072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121408"/>
            <a:ext cx="215798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How many actual samples of a class were correctly found?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554480"/>
            <a:ext cx="2560320" cy="35661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99448" y="1719072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F1-Score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9448" y="2121408"/>
            <a:ext cx="215798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Balance between precision and recall.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73"/>
                </a:solidFill>
                <a:latin typeface="Aptos"/>
              </a:rPr>
              <a:t>Human Activity Recognition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D37"/>
                </a:solidFill>
                <a:latin typeface="Aptos"/>
              </a:rPr>
              <a:t>10. Confusion Matrix &amp; Training Graphs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347472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81051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Confusion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212848"/>
            <a:ext cx="480974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Shows the relationship between actual and predicted classes.
It helps identify which activities are classified correctly and which activities are confused with each other.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212080" cy="347472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64807" y="181051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Training Curves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7" y="2212848"/>
            <a:ext cx="480974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Training and validation loss show learning behaviour.
Training and validation accuracy show how performance changes across epochs.
These graphs can help identify overfitting.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73"/>
                </a:solidFill>
                <a:latin typeface="Aptos"/>
              </a:rPr>
              <a:t>Human Activity Recognition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D37"/>
                </a:solidFill>
                <a:latin typeface="Aptos"/>
              </a:rPr>
              <a:t>11. Prediction &amp;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C43AA"/>
                </a:solidFill>
                <a:latin typeface="Aptos"/>
              </a:rPr>
              <a:t>Model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32"/>
                </a:solidFill>
                <a:latin typeface="Aptos"/>
              </a:rPr>
              <a:t>Raw logits → Softmax → Probabilities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3931920" cy="17373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2907792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310128"/>
            <a:ext cx="3529584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Activity A: 92%
Activity B: 4%
Activity C: 2%
Other: 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C43AA"/>
                </a:solidFill>
                <a:latin typeface="Aptos"/>
              </a:rPr>
              <a:t>Final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32"/>
                </a:solidFill>
                <a:latin typeface="Aptos"/>
              </a:rPr>
              <a:t>The class with the highest probability is selected as the predicted activity.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00400"/>
            <a:ext cx="4389120" cy="137160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1968" y="3364992"/>
            <a:ext cx="39867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3767328"/>
            <a:ext cx="398678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Predicted Activity: Activity A
Confidence: 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73"/>
                </a:solidFill>
                <a:latin typeface="Aptos"/>
              </a:rPr>
              <a:t>Human Activity Recognition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D37"/>
                </a:solidFill>
                <a:latin typeface="Aptos"/>
              </a:rPr>
              <a:t>12. Application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6473"/>
                </a:solidFill>
                <a:latin typeface="Aptos"/>
              </a:rPr>
              <a:t>From user upload to final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417320"/>
            <a:ext cx="4754880" cy="658368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77639" y="15453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15453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82832"/>
                </a:solidFill>
                <a:latin typeface="Aptos"/>
              </a:rPr>
              <a:t>HTML + CSS + 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0756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43AA"/>
                </a:solidFill>
                <a:latin typeface="Aptos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377440"/>
            <a:ext cx="4754880" cy="658368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77639" y="25054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Backend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5054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82832"/>
                </a:solidFill>
                <a:latin typeface="Aptos"/>
              </a:rPr>
              <a:t>Flask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30358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43AA"/>
                </a:solidFill>
                <a:latin typeface="Aptos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3337560"/>
            <a:ext cx="4754880" cy="658368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7639" y="3465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4655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82832"/>
                </a:solidFill>
                <a:latin typeface="Aptos"/>
              </a:rPr>
              <a:t>OpenCV + PyTorch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9959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43AA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4297680"/>
            <a:ext cx="4754880" cy="658368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77639" y="44256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ML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44256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82832"/>
                </a:solidFill>
                <a:latin typeface="Aptos"/>
              </a:rPr>
              <a:t>3D ResNet-18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49560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43AA"/>
                </a:solidFill>
                <a:latin typeface="Aptos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5257800"/>
            <a:ext cx="4754880" cy="658368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77639" y="53858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53858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82832"/>
                </a:solidFill>
                <a:latin typeface="Aptos"/>
              </a:rPr>
              <a:t>Activity + Confidence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73"/>
                </a:solidFill>
                <a:latin typeface="Aptos"/>
              </a:rPr>
              <a:t>Human Activity Recognition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D37"/>
                </a:solidFill>
                <a:latin typeface="Aptos"/>
              </a:rPr>
              <a:t>13. Complete Project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200400" cy="12801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965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C43AA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299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D37"/>
                </a:solidFill>
                <a:latin typeface="Aptos"/>
              </a:rPr>
              <a:t>Upload Video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45920"/>
            <a:ext cx="3200400" cy="12801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965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C43AA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0299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D37"/>
                </a:solidFill>
                <a:latin typeface="Aptos"/>
              </a:rPr>
              <a:t>Extract 16 Frames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645920"/>
            <a:ext cx="3200400" cy="12801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19" y="1965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C43AA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0299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D37"/>
                </a:solidFill>
                <a:latin typeface="Aptos"/>
              </a:rPr>
              <a:t>Preprocess Frames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3200400" cy="12801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C43AA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245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D37"/>
                </a:solidFill>
                <a:latin typeface="Aptos"/>
              </a:rPr>
              <a:t>3D ResNet Prediction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840480"/>
            <a:ext cx="3200400" cy="12801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C43AA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2245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D37"/>
                </a:solidFill>
                <a:latin typeface="Aptos"/>
              </a:rPr>
              <a:t>Softmax Probabilities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840480"/>
            <a:ext cx="3200400" cy="128016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19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C43AA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2245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D37"/>
                </a:solidFill>
                <a:latin typeface="Aptos"/>
              </a:rPr>
              <a:t>Activity +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73"/>
                </a:solidFill>
                <a:latin typeface="Aptos"/>
              </a:rPr>
              <a:t>Human Activity Recognition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A67DF8-7D3B-A033-C552-8FA493A89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99" y="3699841"/>
            <a:ext cx="5065987" cy="31341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8F42A6-F3C0-9094-6EF5-1E4206871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866" y="1109596"/>
            <a:ext cx="6807935" cy="37399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64520A-9CE1-69BA-6373-DD0D920D315A}"/>
              </a:ext>
            </a:extLst>
          </p:cNvPr>
          <p:cNvSpPr txBox="1"/>
          <p:nvPr/>
        </p:nvSpPr>
        <p:spPr>
          <a:xfrm>
            <a:off x="1244184" y="659567"/>
            <a:ext cx="324839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14. Frontend 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945708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141D37"/>
                </a:solidFill>
                <a:latin typeface="Aptos"/>
              </a:rPr>
              <a:t>1</a:t>
            </a:r>
            <a:r>
              <a:rPr lang="en-US" sz="3000" b="1" dirty="0">
                <a:solidFill>
                  <a:srgbClr val="141D37"/>
                </a:solidFill>
                <a:latin typeface="Aptos"/>
              </a:rPr>
              <a:t>5</a:t>
            </a:r>
            <a:r>
              <a:rPr sz="3000" b="1" dirty="0">
                <a:solidFill>
                  <a:srgbClr val="141D37"/>
                </a:solidFill>
                <a:latin typeface="Aptos"/>
              </a:rPr>
              <a:t>. Limitations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365760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71907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21408"/>
            <a:ext cx="48097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• Model is trained on only 5 selected activity classes.
• Dataset size is limited compared with the full UCF101 dataset.
• Activities outside the trained classes cannot be reliably recognized.
• Video deep learning requires significant computational resources.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212080" cy="3657600"/>
          </a:xfrm>
          <a:prstGeom prst="roundRect">
            <a:avLst/>
          </a:prstGeom>
          <a:solidFill>
            <a:srgbClr val="EBE6FA"/>
          </a:solidFill>
          <a:ln>
            <a:solidFill>
              <a:srgbClr val="D7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64807" y="171907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3AA"/>
                </a:solidFill>
                <a:latin typeface="Aptos"/>
              </a:rPr>
              <a:t>Future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7" y="2121408"/>
            <a:ext cx="48097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32"/>
                </a:solidFill>
                <a:latin typeface="Aptos"/>
              </a:rPr>
              <a:t>• Add more activity classes and videos.
• Use transfer learning with pretrained weights.
• Use stronger data augmentation.
• Explore transformer-based video models.
• Deploy on GPU or cloud infrastructure.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73"/>
                </a:solidFill>
                <a:latin typeface="Aptos"/>
              </a:rPr>
              <a:t>Human Activity Recognition |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2BEFF"/>
                </a:solidFill>
                <a:latin typeface="Apto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ptos"/>
              </a:rPr>
              <a:t>Human Activity Recognition Using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2BEFF"/>
                </a:solidFill>
                <a:latin typeface="Aptos"/>
              </a:rPr>
              <a:t>3D ResNet-18  •  UCF101  •  PyTorch  •  Flask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980</Words>
  <Application>Microsoft Office PowerPoint</Application>
  <PresentationFormat>Widescreen</PresentationFormat>
  <Paragraphs>176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saloni devraj</cp:lastModifiedBy>
  <cp:revision>2</cp:revision>
  <dcterms:created xsi:type="dcterms:W3CDTF">2013-01-27T09:14:16Z</dcterms:created>
  <dcterms:modified xsi:type="dcterms:W3CDTF">2026-07-20T09:07:50Z</dcterms:modified>
  <cp:category/>
</cp:coreProperties>
</file>